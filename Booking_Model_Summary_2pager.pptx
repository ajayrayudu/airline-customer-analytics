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3A5C"/>
                </a:solidFill>
              </a:defRPr>
            </a:pPr>
            <a:r>
              <a:t>Airline Customer Booking Prediction — Model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555555"/>
                </a:solidFill>
              </a:defRPr>
            </a:pPr>
            <a:r>
              <a:t>Random Forest classifier predicting booking completion from 50,000 customer search sessions (85% no-book / 15% book)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80160"/>
          <a:ext cx="53035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69.6%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Precision (booked)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0.30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Recall (booked)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0.76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F1-score (booked)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0.43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ROC-AUC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0.78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38404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3A5C"/>
                </a:solidFill>
              </a:defRPr>
            </a:pPr>
            <a:r>
              <a:t>Model Configuration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• RandomForestClassifier: n_estimators=300, max_depth=15, min_samples_split=5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• class_weight='balanced' — corrects for 85/15 class imbalance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• 80/20 stratified train/test split, random_state=42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• Frequency encoding for route &amp; origin; one-hot encoding for low-cardinality categoricals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394960"/>
            <a:ext cx="530352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B03A2E"/>
                </a:solidFill>
              </a:defRPr>
            </a:pPr>
            <a:r>
              <a:rPr dirty="0"/>
              <a:t>Key Takeaway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rPr dirty="0"/>
              <a:t>Balancing classes lifted recall on bookers from 12% → 76%, meaning the model now catches most real bookers at the cost of more false positives (lower precision). Best suited for lead prioritization, not narrow high-confidence targeting.</a:t>
            </a:r>
          </a:p>
        </p:txBody>
      </p:sp>
      <p:pic>
        <p:nvPicPr>
          <p:cNvPr id="7" name="Picture 6" descr="Figure_2-featur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280160"/>
            <a:ext cx="5760720" cy="414131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0" y="6035040"/>
            <a:ext cx="5760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555555"/>
                </a:solidFill>
              </a:defRPr>
            </a:pPr>
            <a:r>
              <a:t>Top predictors: customer origin (Australia, Malaysia), length of stay, flight duration, purchase lead time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3A5C"/>
                </a:solidFill>
              </a:defRPr>
            </a:pPr>
            <a:r>
              <a:t>Error Analysis &amp;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555555"/>
                </a:solidFill>
              </a:defRPr>
            </a:pPr>
            <a:r>
              <a:t>Where the model succeeds, where it struggles, and how to improve it further</a:t>
            </a:r>
          </a:p>
        </p:txBody>
      </p:sp>
      <p:pic>
        <p:nvPicPr>
          <p:cNvPr id="4" name="Picture 3" descr="Figure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5120640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852160"/>
            <a:ext cx="5120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555555"/>
                </a:solidFill>
              </a:defRPr>
            </a:pPr>
            <a:r>
              <a:t>Confusion matrix: model correctly flags 76% of real bookers but generates a moderate false-positive 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1371600"/>
            <a:ext cx="566928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3A5C"/>
                </a:solidFill>
              </a:defRPr>
            </a:pPr>
            <a:r>
              <a:rPr dirty="0"/>
              <a:t>Interpretation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rPr dirty="0"/>
              <a:t>• Model reliably distinguishes bookers from non-bookers (ROC-AUC 0.78), well above random chance (0.5).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rPr dirty="0"/>
              <a:t>• 5-fold cross-validation revealed instability across folds likely due to unshuffled data splits, not a flaw in the model itself.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rPr dirty="0"/>
              <a:t>• Precision (0.30) means roughly 1 in 3 flagged customers actually book acceptable for outreach campaigns, less so for high-cost interventions.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3749039"/>
            <a:ext cx="5669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B03A2E"/>
                </a:solidFill>
              </a:defRPr>
            </a:pPr>
            <a:r>
              <a:t>Recommended Next Steps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• Re-run cross-validation with StratifiedKFold + shuffling to get a stable, trustworthy performance estimate.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• Tune the classification threshold (e.g. 0.3–0.4) to balance precision and recall based on campaign cost.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• Test gradient boosting (XGBoost/LightGBM) as a benchmark against Random Forest.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• Investigate whether origin-based features can be supplemented with real-time booking channel data for even stronger signal.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353</Words>
  <Application>Microsoft Office PowerPoint</Application>
  <PresentationFormat>Widescreen</PresentationFormat>
  <Paragraphs>34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Ajay Rayudu (Student)</cp:lastModifiedBy>
  <cp:revision>2</cp:revision>
  <dcterms:created xsi:type="dcterms:W3CDTF">2013-01-27T09:14:16Z</dcterms:created>
  <dcterms:modified xsi:type="dcterms:W3CDTF">2026-08-03T20:23:27Z</dcterms:modified>
  <cp:category/>
</cp:coreProperties>
</file>